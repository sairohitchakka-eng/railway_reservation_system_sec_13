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416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0084" y="1015034"/>
            <a:ext cx="513593" cy="7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3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RESERVATION SYSTEM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 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Section: [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Members: 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ROHIT CHAKKA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2520090091], [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SURENDRA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2520090142], [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2520090127]  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Guide: [Dr. 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</a:t>
            </a:r>
            <a:r>
              <a:rPr lang="en-US" sz="1350" dirty="0" err="1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Gayatri</a:t>
            </a:r>
            <a:r>
              <a:rPr lang="en-US" sz="1350" dirty="0" smtClean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/>
              <a:t>The Railway Reservation System is a database platform using MySQL and MongoDB Compass to manage train schedules, routes, seat inventory, and passenger bookings. </a:t>
            </a:r>
            <a:endParaRPr lang="en-US" sz="1200" dirty="0" smtClean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/>
              <a:t>It provides a reliable, conflict-free database architecture that speeds up train search queries and automates chart generation.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/>
              <a:t>Problem:</a:t>
            </a:r>
            <a:r>
              <a:rPr lang="en-US" sz="1100" dirty="0"/>
              <a:t> System lag during booking surges, slow multi-leg train searches, and data model mismatches. </a:t>
            </a: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b="1" dirty="0"/>
              <a:t>Objective 1:</a:t>
            </a:r>
            <a:r>
              <a:rPr lang="en-US" sz="1100" dirty="0"/>
              <a:t> Build a MySQL schema with ACID procedures for bookings and waitlists. </a:t>
            </a: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b="1" dirty="0"/>
              <a:t>Objective 2:</a:t>
            </a:r>
            <a:r>
              <a:rPr lang="en-US" sz="1100" dirty="0"/>
              <a:t> Create a MongoDB database with aggregation pipelines for route searches and charts. </a:t>
            </a: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b="1" dirty="0"/>
              <a:t>Objective 3:</a:t>
            </a:r>
            <a:r>
              <a:rPr lang="en-US" sz="1100" dirty="0"/>
              <a:t> Optimize indexing and caching for high-concurrency performance. </a:t>
            </a:r>
            <a:endParaRPr lang="en-US" sz="1100" dirty="0" smtClean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/>
              <a:t>Scope:</a:t>
            </a:r>
            <a:r>
              <a:rPr lang="en-US" sz="1100" dirty="0"/>
              <a:t> Covers schedule, route, inventory, and PNR status modules for users and admins. 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854226"/>
              </p:ext>
            </p:extLst>
          </p:nvPr>
        </p:nvGraphicFramePr>
        <p:xfrm>
          <a:off x="450083" y="6702697"/>
          <a:ext cx="4702489" cy="2735580"/>
        </p:xfrm>
        <a:graphic>
          <a:graphicData uri="http://schemas.openxmlformats.org/drawingml/2006/table">
            <a:tbl>
              <a:tblPr/>
              <a:tblGrid>
                <a:gridCol w="1117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1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 smtClean="0"/>
                        <a:t>Architecture</a:t>
                      </a: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Monolithic relational model</a:t>
                      </a:r>
                      <a:r>
                        <a:rPr lang="en-IN" sz="1000" dirty="0" smtClean="0"/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Hybrid MySQL &amp; MongoDB database model</a:t>
                      </a:r>
                      <a:r>
                        <a:rPr lang="en-IN" sz="1000" dirty="0" smtClean="0"/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 smtClean="0"/>
                        <a:t>Booking Engine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locking contention under heavy load</a:t>
                      </a:r>
                      <a:r>
                        <a:rPr lang="en-US" sz="1000" dirty="0" smtClean="0"/>
                        <a:t>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smtClean="0"/>
                        <a:t>Atomic stored procedures with row-level locks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0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 smtClean="0"/>
                        <a:t>Route Search</a:t>
                      </a: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smtClean="0"/>
                        <a:t>Slow multi-stop joint SQL queries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 MongoDB aggregation pipelines</a:t>
                      </a:r>
                      <a:r>
                        <a:rPr lang="en-IN" sz="1050" dirty="0" smtClean="0"/>
                        <a:t>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 smtClean="0"/>
                        <a:t>Data Handling</a:t>
                      </a: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smtClean="0"/>
                        <a:t>Rigid relational schema for unstructured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Flexible JSON schemas &amp; index strategy</a:t>
                      </a:r>
                      <a:r>
                        <a:rPr lang="en-IN" sz="1000" dirty="0" smtClean="0"/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 smtClean="0"/>
                        <a:t>Concurrency &amp; Scale</a:t>
                      </a: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smtClean="0"/>
                        <a:t>Database bottleneck during surge traffic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smtClean="0"/>
                        <a:t>Solved via </a:t>
                      </a:r>
                      <a:r>
                        <a:rPr lang="en-US" sz="1050" dirty="0" err="1" smtClean="0"/>
                        <a:t>Redis</a:t>
                      </a:r>
                      <a:r>
                        <a:rPr lang="en-US" sz="1050" dirty="0" smtClean="0"/>
                        <a:t> caching, indexing, and partitions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/>
              <a:t>Technical:</a:t>
            </a:r>
            <a:r>
              <a:rPr lang="en-US" sz="1600" dirty="0"/>
              <a:t> Built using React JS, Node.js, MySQL, and MongoDB Compass with VS Code and Postman</a:t>
            </a:r>
            <a:r>
              <a:rPr lang="en-US" sz="1600" dirty="0" smtClean="0"/>
              <a:t>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/>
              <a:t>Economic:</a:t>
            </a:r>
            <a:r>
              <a:rPr lang="en-US" sz="1600" dirty="0"/>
              <a:t> Zero-cost implementation using open-source tools and free database tiers</a:t>
            </a:r>
            <a:r>
              <a:rPr lang="en-US" sz="1600" dirty="0" smtClean="0"/>
              <a:t>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/>
              <a:t>Operational:</a:t>
            </a:r>
            <a:r>
              <a:rPr lang="en-US" sz="1600" dirty="0"/>
              <a:t> User-friendly booking interface with simple administrative management. </a:t>
            </a:r>
            <a:endParaRPr lang="en-US" sz="1600" dirty="0" smtClean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/>
              <a:t>Schedule:</a:t>
            </a:r>
            <a:r>
              <a:rPr lang="en-US" sz="1600" dirty="0"/>
              <a:t> Structured in modular phases to ensure timely completion. 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/>
              <a:t>Front-End:</a:t>
            </a:r>
            <a:r>
              <a:rPr lang="en-US" sz="1600" dirty="0"/>
              <a:t> React JS, HTML5, CSS3, JavaScript (ES6</a:t>
            </a:r>
            <a:r>
              <a:rPr lang="en-US" sz="1600" dirty="0" smtClean="0"/>
              <a:t>+)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/>
              <a:t>Back-End:</a:t>
            </a:r>
            <a:r>
              <a:rPr lang="en-US" sz="1600" dirty="0"/>
              <a:t> Node.js, Express.js + REST </a:t>
            </a:r>
            <a:r>
              <a:rPr lang="en-US" sz="1600" dirty="0" smtClean="0"/>
              <a:t>APIs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600" b="1" dirty="0"/>
              <a:t>Database:</a:t>
            </a:r>
            <a:r>
              <a:rPr lang="en-IN" sz="1600" dirty="0"/>
              <a:t> MySQL, MongoDB (Compass) </a:t>
            </a:r>
            <a:endParaRPr lang="en-IN" sz="1600" dirty="0" smtClean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600" b="1" dirty="0"/>
              <a:t>Tools:</a:t>
            </a:r>
            <a:r>
              <a:rPr lang="en-IN" sz="1600" dirty="0"/>
              <a:t> Git &amp; GitHub, Postman, VS Code, Draw.io 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diagram: Front-End – REST API – Database]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 smtClean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298448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/>
              <a:t>Key Outcomes:</a:t>
            </a:r>
            <a:r>
              <a:rPr lang="en-US" sz="1050" dirty="0"/>
              <a:t> Executed atomic bookings, multi-hop route searches, and chart generation using MySQL procedures and MongoDB pipelines. </a:t>
            </a:r>
            <a:endParaRPr lang="en-US" sz="1050" dirty="0" smtClean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/>
              <a:t>Testing &amp; Validation:</a:t>
            </a:r>
            <a:r>
              <a:rPr lang="en-US" sz="1050" dirty="0"/>
              <a:t> Verified CRUD operations, schema validations, and race-condition safety under concurrent load tests.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/>
              <a:t>Achieved:</a:t>
            </a:r>
            <a:r>
              <a:rPr lang="en-US" sz="1050" dirty="0"/>
              <a:t> Built a dual-database system combining MySQL procedures for bookings with MongoDB pipelines for searches and charts. </a:t>
            </a:r>
            <a:endParaRPr lang="en-US" sz="1050" dirty="0" smtClean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/>
              <a:t>Alignment with Objectives:</a:t>
            </a:r>
            <a:r>
              <a:rPr lang="en-US" sz="1050" dirty="0"/>
              <a:t> Resolves booking bottlenecks and speeds up route queries with a scalable database model. 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/>
              <a:t>Real-Time Tracking &amp; AI Analytics:</a:t>
            </a:r>
            <a:r>
              <a:rPr lang="en-US" sz="1050" dirty="0"/>
              <a:t> Integration of live GPS train tracking feed and AI-driven dynamic fare forecasting models. </a:t>
            </a:r>
            <a:endParaRPr lang="en-US" sz="1050" dirty="0" smtClean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/>
              <a:t>Scalable Event Streaming:</a:t>
            </a:r>
            <a:r>
              <a:rPr lang="en-US" sz="1050" dirty="0"/>
              <a:t> Implementation of Kafka/</a:t>
            </a:r>
            <a:r>
              <a:rPr lang="en-US" sz="1050" dirty="0" err="1"/>
              <a:t>Debezium</a:t>
            </a:r>
            <a:r>
              <a:rPr lang="en-US" sz="1050" dirty="0"/>
              <a:t> CDC pipelines and automated SMS/push notification </a:t>
            </a:r>
            <a:r>
              <a:rPr lang="en-US" sz="1050" dirty="0" err="1"/>
              <a:t>microservices</a:t>
            </a:r>
            <a:r>
              <a:rPr lang="en-US" sz="1050" dirty="0"/>
              <a:t>. 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pic>
        <p:nvPicPr>
          <p:cNvPr id="1026" name="Picture 2" descr="MAPS &amp; DIRECTIONS - Best Private University in Telangana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208587"/>
            <a:ext cx="1280160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AutoShape 6" descr="blob:https://web.whatsapp.com/170febbb-79dc-408b-85ce-817e4ad758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465</Words>
  <Application>Microsoft Office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Sairohit</cp:lastModifiedBy>
  <cp:revision>7</cp:revision>
  <dcterms:created xsi:type="dcterms:W3CDTF">2026-09-28T08:11:17Z</dcterms:created>
  <dcterms:modified xsi:type="dcterms:W3CDTF">2026-10-02T11:48:33Z</dcterms:modified>
</cp:coreProperties>
</file>