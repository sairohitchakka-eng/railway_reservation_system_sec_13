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Sofia Sans Condensed ExtraBold" panose="020B0604020202020204" charset="0"/>
      <p:regular r:id="rId10"/>
    </p:embeddedFont>
    <p:embeddedFont>
      <p:font typeface="Mona Sans Medium" panose="020B0604020202020204" charset="0"/>
      <p:regular r:id="rId11"/>
    </p:embeddedFont>
    <p:embeddedFont>
      <p:font typeface="JetBrains Mono Semi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a Sans" panose="020B0604020202020204" charset="0"/>
      <p:regular r:id="rId17"/>
    </p:embeddedFont>
    <p:embeddedFont>
      <p:font typeface="JetBrains Mono Medium" panose="020B0604020202020204" charset="0"/>
      <p:regular r:id="rId18"/>
    </p:embeddedFont>
    <p:embeddedFont>
      <p:font typeface="JetBrains Mono Bold" panose="020B0604020202020204" charset="0"/>
      <p:regular r:id="rId19"/>
    </p:embeddedFont>
    <p:embeddedFont>
      <p:font typeface="Mona Sans Semi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57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134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proposal is organized around passenger decisions, not around screens alone. Accessibility, privacy, trust, clear progress, and confirmation are requirements to validate with users, not proven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9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9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85800"/>
            <a:ext cx="6222844" cy="3970338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5" y="685800"/>
            <a:ext cx="50799" cy="3970338"/>
          </a:xfrm>
          <a:prstGeom prst="rect">
            <a:avLst/>
          </a:prstGeom>
          <a:solidFill>
            <a:srgbClr val="1D6A4B"/>
          </a:solidFill>
          <a:ln/>
        </p:spPr>
      </p:sp>
      <p:sp>
        <p:nvSpPr>
          <p:cNvPr id="4" name="Text 2"/>
          <p:cNvSpPr/>
          <p:nvPr/>
        </p:nvSpPr>
        <p:spPr>
          <a:xfrm>
            <a:off x="1066773" y="995743"/>
            <a:ext cx="6019649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kern="100" spc="90" dirty="0">
                <a:solidFill>
                  <a:srgbClr val="1D6A4B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ACADEMIC PROJECT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6773" y="1317879"/>
            <a:ext cx="5410065" cy="2663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7600" kern="100" spc="-228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RAILWAY</a:t>
            </a:r>
            <a:endParaRPr lang="en-US" sz="7600" dirty="0"/>
          </a:p>
          <a:p>
            <a:pPr marL="0" indent="0" algn="l">
              <a:lnSpc>
                <a:spcPct val="77000"/>
              </a:lnSpc>
              <a:buNone/>
            </a:pPr>
            <a:r>
              <a:rPr lang="en-US" sz="7600" kern="100" spc="-228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RESERVATION</a:t>
            </a:r>
            <a:endParaRPr lang="en-US" sz="7600" dirty="0"/>
          </a:p>
          <a:p>
            <a:pPr marL="0" indent="0" algn="l">
              <a:lnSpc>
                <a:spcPct val="77000"/>
              </a:lnSpc>
              <a:buNone/>
            </a:pPr>
            <a:r>
              <a:rPr lang="en-US" sz="7600" kern="100" spc="-228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SYSTEM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066773" y="4088475"/>
            <a:ext cx="5410065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PROPOSED DESIGN · SEARCH TO BOOKING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66773" y="4094063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73483" cy="6858000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38544"/>
            <a:ext cx="416549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kern="100" spc="90" dirty="0">
                <a:solidFill>
                  <a:srgbClr val="FFFFFF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 ·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87" y="846582"/>
            <a:ext cx="3733707" cy="2710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5800" kern="100" spc="-174" dirty="0">
                <a:solidFill>
                  <a:srgbClr val="FFFFFF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A CLEAR PROJECT TITLE SETS THE SCOPE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7987" y="6112538"/>
            <a:ext cx="3733707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PROJECT REVIEW · 10 POINTS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7987" y="6118126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7" name="Shape 5"/>
          <p:cNvSpPr/>
          <p:nvPr/>
        </p:nvSpPr>
        <p:spPr>
          <a:xfrm>
            <a:off x="5562461" y="792956"/>
            <a:ext cx="118663" cy="118666"/>
          </a:xfrm>
          <a:prstGeom prst="ellipse">
            <a:avLst/>
          </a:prstGeom>
          <a:solidFill>
            <a:srgbClr val="1D6A4B"/>
          </a:solidFill>
          <a:ln/>
        </p:spPr>
      </p:sp>
      <p:sp>
        <p:nvSpPr>
          <p:cNvPr id="8" name="Text 6"/>
          <p:cNvSpPr/>
          <p:nvPr/>
        </p:nvSpPr>
        <p:spPr>
          <a:xfrm>
            <a:off x="5833520" y="758253"/>
            <a:ext cx="534220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9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Project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833520" y="1162872"/>
            <a:ext cx="579938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Railway Reservation System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562461" y="2266156"/>
            <a:ext cx="118663" cy="118666"/>
          </a:xfrm>
          <a:prstGeom prst="ellipse">
            <a:avLst/>
          </a:prstGeom>
          <a:solidFill>
            <a:srgbClr val="1D6A4B"/>
          </a:solidFill>
          <a:ln/>
        </p:spPr>
      </p:sp>
      <p:sp>
        <p:nvSpPr>
          <p:cNvPr id="11" name="Text 9"/>
          <p:cNvSpPr/>
          <p:nvPr/>
        </p:nvSpPr>
        <p:spPr>
          <a:xfrm>
            <a:off x="5833520" y="2231453"/>
            <a:ext cx="534220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9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Stage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833520" y="2636072"/>
            <a:ext cx="579938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Proposed design; no working prototype is claimed.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562461" y="3739356"/>
            <a:ext cx="118663" cy="118666"/>
          </a:xfrm>
          <a:prstGeom prst="ellipse">
            <a:avLst/>
          </a:prstGeom>
          <a:solidFill>
            <a:srgbClr val="1D6A4B"/>
          </a:solidFill>
          <a:ln/>
        </p:spPr>
      </p:sp>
      <p:sp>
        <p:nvSpPr>
          <p:cNvPr id="14" name="Text 12"/>
          <p:cNvSpPr/>
          <p:nvPr/>
        </p:nvSpPr>
        <p:spPr>
          <a:xfrm>
            <a:off x="5833520" y="3704653"/>
            <a:ext cx="534220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9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Review focus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833520" y="4109272"/>
            <a:ext cx="579938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digital journey for finding and reserving train travel.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562461" y="5212556"/>
            <a:ext cx="118663" cy="118666"/>
          </a:xfrm>
          <a:prstGeom prst="ellipse">
            <a:avLst/>
          </a:prstGeom>
          <a:solidFill>
            <a:srgbClr val="1D6A4B"/>
          </a:solidFill>
          <a:ln/>
        </p:spPr>
      </p:sp>
      <p:sp>
        <p:nvSpPr>
          <p:cNvPr id="17" name="Text 15"/>
          <p:cNvSpPr/>
          <p:nvPr/>
        </p:nvSpPr>
        <p:spPr>
          <a:xfrm>
            <a:off x="5833520" y="5177853"/>
            <a:ext cx="534220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9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Rubric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833520" y="5582472"/>
            <a:ext cx="5799389" cy="297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Clarity of project title · 10 points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105272" y="2000250"/>
            <a:ext cx="6527637" cy="12700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20" name="Shape 18"/>
          <p:cNvSpPr/>
          <p:nvPr/>
        </p:nvSpPr>
        <p:spPr>
          <a:xfrm>
            <a:off x="5105272" y="3473450"/>
            <a:ext cx="6527637" cy="12700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21" name="Shape 19"/>
          <p:cNvSpPr/>
          <p:nvPr/>
        </p:nvSpPr>
        <p:spPr>
          <a:xfrm>
            <a:off x="5105272" y="4946650"/>
            <a:ext cx="6527637" cy="12700"/>
          </a:xfrm>
          <a:prstGeom prst="rect">
            <a:avLst/>
          </a:prstGeom>
          <a:solidFill>
            <a:srgbClr val="BCC0B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38544"/>
            <a:ext cx="6400640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kern="100" spc="90" dirty="0">
                <a:solidFill>
                  <a:srgbClr val="1D6A4B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 · USER NEED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7987" y="826643"/>
            <a:ext cx="5968851" cy="981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200" kern="100" spc="-126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DESIGN AROUND THE PASSENGER’S DECISIONS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7987" y="1941711"/>
            <a:ext cx="5968851" cy="2167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Make route, date, train options, timing, fare, and availability easy to compare.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Keep the booking steps understandable on a phone as well as a larger screen.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Show clear progress and confirmation; treat accessibility, privacy, and trust as requirements to validate with users, not proven outcomes.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7987" y="6163338"/>
            <a:ext cx="5968851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ORIENTED WITH SOCIETAL NEEDS · 10 POINTS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7987" y="6168926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27" y="0"/>
            <a:ext cx="5283068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16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344"/>
            <a:ext cx="117345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kern="100" spc="90" dirty="0">
                <a:solidFill>
                  <a:srgbClr val="1D6A4B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 · PROPOSED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50443"/>
            <a:ext cx="11277318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200" kern="100" spc="-126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THE PROPOSED FLOW MOVES FROM SEARCH TO BOOKING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189" y="1381986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REFERENCE JOURNEY · EXACT PROJECT SCOPE PENDING CONFIRMATION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189" y="1387574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626" y="1797248"/>
            <a:ext cx="7362442" cy="3174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11897" y="2161997"/>
            <a:ext cx="4048787" cy="22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kern="100" spc="-29" dirty="0">
                <a:solidFill>
                  <a:srgbClr val="FFFFFF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Enter Trip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911897" y="2898242"/>
            <a:ext cx="4048787" cy="22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kern="100" spc="-29" dirty="0">
                <a:solidFill>
                  <a:srgbClr val="FFFFFF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Compare Trains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911897" y="3627124"/>
            <a:ext cx="4048787" cy="22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kern="100" spc="-29" dirty="0">
                <a:solidFill>
                  <a:srgbClr val="FFFFFF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Enter Passengers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911897" y="4356008"/>
            <a:ext cx="4048787" cy="22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kern="100" spc="-29" dirty="0">
                <a:solidFill>
                  <a:srgbClr val="FFFFFF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Review &amp; Book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57189" y="5049111"/>
            <a:ext cx="11734506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An official e-ticket guide provides this as a reference journey; the proposed project’s exact scope remains to be confirmed.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344"/>
            <a:ext cx="117345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kern="100" spc="90" dirty="0">
                <a:solidFill>
                  <a:srgbClr val="1D6A4B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 ·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50443"/>
            <a:ext cx="11277318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200" kern="100" spc="-126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FEASIBILITY DEPENDS ON ACCESS TO RELIABLE RAIL DATA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189" y="1381986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OPEN VALIDATION ITEMS · NOT COMPLETED ANALYSIS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189" y="1387574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1848747"/>
            <a:ext cx="3530512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Technical foundation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189" y="2326311"/>
            <a:ext cx="3530512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user interface, reservation logic, and dependable train, schedule, fare, and availability data are needed.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44889" y="1848747"/>
            <a:ext cx="3301917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Dependencies to test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444889" y="2315071"/>
            <a:ext cx="3301917" cy="191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Data/API access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Secure handling of passenger details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Booking consistency</a:t>
            </a:r>
            <a:endParaRPr lang="en-US" sz="1700" dirty="0"/>
          </a:p>
          <a:p>
            <a:pPr marL="345440" indent="-345440" algn="l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Payment integration if in scope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03995" y="1848747"/>
            <a:ext cx="3530512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Still to define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03995" y="2326311"/>
            <a:ext cx="3530512" cy="1191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Technology stack, cost, schedule, and a test plan remain open validation items—not completed analysis.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189" y="6226838"/>
            <a:ext cx="11734506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REVIEW CRITERION · project feasibility analysis — 10 points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9945" y="1822648"/>
            <a:ext cx="12700" cy="4244677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14" name="Shape 12"/>
          <p:cNvSpPr/>
          <p:nvPr/>
        </p:nvSpPr>
        <p:spPr>
          <a:xfrm>
            <a:off x="7969051" y="1822648"/>
            <a:ext cx="12700" cy="4244677"/>
          </a:xfrm>
          <a:prstGeom prst="rect">
            <a:avLst/>
          </a:prstGeom>
          <a:solidFill>
            <a:srgbClr val="BCC0B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2344"/>
            <a:ext cx="11734506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kern="100" spc="90" dirty="0">
                <a:solidFill>
                  <a:srgbClr val="1D6A4B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05 · 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750443"/>
            <a:ext cx="11277318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200" kern="100" spc="-126" dirty="0">
                <a:solidFill>
                  <a:srgbClr val="1B1E21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MAKE THE PROJECT’S NOVELTY SPECIFIC AND TESTABLE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189" y="1381986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DO NOT CLAIM NOVELTY BEFORE THE COMPARISON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189" y="1387574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6" name="Shape 4"/>
          <p:cNvSpPr/>
          <p:nvPr/>
        </p:nvSpPr>
        <p:spPr>
          <a:xfrm>
            <a:off x="457189" y="1797248"/>
            <a:ext cx="3555911" cy="4181177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7" name="Shape 5"/>
          <p:cNvSpPr/>
          <p:nvPr/>
        </p:nvSpPr>
        <p:spPr>
          <a:xfrm>
            <a:off x="736582" y="2076648"/>
            <a:ext cx="461157" cy="377825"/>
          </a:xfrm>
          <a:prstGeom prst="roundRect">
            <a:avLst>
              <a:gd name="adj" fmla="val 3025"/>
            </a:avLst>
          </a:prstGeom>
          <a:solidFill>
            <a:srgbClr val="1D6A4B"/>
          </a:solidFill>
          <a:ln w="12700">
            <a:solidFill>
              <a:srgbClr val="BDDA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229" y="2157611"/>
            <a:ext cx="82944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6582" y="2540794"/>
            <a:ext cx="2997125" cy="19050"/>
          </a:xfrm>
          <a:prstGeom prst="rect">
            <a:avLst/>
          </a:prstGeom>
          <a:solidFill>
            <a:srgbClr val="1D6A4B"/>
          </a:solidFill>
          <a:ln/>
        </p:spPr>
      </p:sp>
      <p:sp>
        <p:nvSpPr>
          <p:cNvPr id="10" name="Text 8"/>
          <p:cNvSpPr/>
          <p:nvPr/>
        </p:nvSpPr>
        <p:spPr>
          <a:xfrm>
            <a:off x="736582" y="2655792"/>
            <a:ext cx="2997125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[distinctive feature]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6582" y="3133356"/>
            <a:ext cx="2997125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supplied project details do not yet identify a unique feature.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17892" y="1797248"/>
            <a:ext cx="3555911" cy="4181177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7285" y="2076648"/>
            <a:ext cx="496974" cy="377825"/>
          </a:xfrm>
          <a:prstGeom prst="roundRect">
            <a:avLst>
              <a:gd name="adj" fmla="val 3025"/>
            </a:avLst>
          </a:prstGeom>
          <a:solidFill>
            <a:srgbClr val="1D6A4B"/>
          </a:solidFill>
          <a:ln w="12700">
            <a:solidFill>
              <a:srgbClr val="BDDA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7932" y="2157611"/>
            <a:ext cx="8652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97285" y="2540794"/>
            <a:ext cx="2997125" cy="19050"/>
          </a:xfrm>
          <a:prstGeom prst="rect">
            <a:avLst/>
          </a:prstGeom>
          <a:solidFill>
            <a:srgbClr val="1D6A4B"/>
          </a:solidFill>
          <a:ln/>
        </p:spPr>
      </p:sp>
      <p:sp>
        <p:nvSpPr>
          <p:cNvPr id="16" name="Text 14"/>
          <p:cNvSpPr/>
          <p:nvPr/>
        </p:nvSpPr>
        <p:spPr>
          <a:xfrm>
            <a:off x="4597285" y="2655792"/>
            <a:ext cx="2997125" cy="743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[passenger problem]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97285" y="3505129"/>
            <a:ext cx="2997125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State the specific passenger problem the feature addresses.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78595" y="1797248"/>
            <a:ext cx="3555911" cy="4181177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57988" y="2076648"/>
            <a:ext cx="501241" cy="377825"/>
          </a:xfrm>
          <a:prstGeom prst="roundRect">
            <a:avLst>
              <a:gd name="adj" fmla="val 3025"/>
            </a:avLst>
          </a:prstGeom>
          <a:solidFill>
            <a:srgbClr val="1D6A4B"/>
          </a:solidFill>
          <a:ln w="12700">
            <a:solidFill>
              <a:srgbClr val="BDDA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78635" y="2157611"/>
            <a:ext cx="86953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457988" y="2540794"/>
            <a:ext cx="2997125" cy="19050"/>
          </a:xfrm>
          <a:prstGeom prst="rect">
            <a:avLst/>
          </a:prstGeom>
          <a:solidFill>
            <a:srgbClr val="1D6A4B"/>
          </a:solidFill>
          <a:ln/>
        </p:spPr>
      </p:sp>
      <p:sp>
        <p:nvSpPr>
          <p:cNvPr id="22" name="Text 20"/>
          <p:cNvSpPr/>
          <p:nvPr/>
        </p:nvSpPr>
        <p:spPr>
          <a:xfrm>
            <a:off x="8457988" y="2655792"/>
            <a:ext cx="2997125" cy="371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4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[test method]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57988" y="3133356"/>
            <a:ext cx="2997125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Define how the team will compare or test the differentiator.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189" y="6112538"/>
            <a:ext cx="11277318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555B6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CHECK THE DIFFERENTIATOR AGAINST EXISTING BOOKING JOURNEYS · “NOVELTY OF THE PROJECT TITLE” · 10 POINTS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189" y="6118126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1D6A4B"/>
          </a:solidFill>
          <a:ln/>
        </p:spPr>
      </p:sp>
      <p:sp>
        <p:nvSpPr>
          <p:cNvPr id="3" name="Text 1"/>
          <p:cNvSpPr/>
          <p:nvPr/>
        </p:nvSpPr>
        <p:spPr>
          <a:xfrm>
            <a:off x="406390" y="589344"/>
            <a:ext cx="3251119" cy="1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kern="100" spc="90" dirty="0">
                <a:solidFill>
                  <a:srgbClr val="FFFFFF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REVIEW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6390" y="897382"/>
            <a:ext cx="2946326" cy="4065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5800" kern="100" spc="-174" dirty="0">
                <a:solidFill>
                  <a:srgbClr val="FFFFFF"/>
                </a:solidFill>
                <a:latin typeface="Sofia Sans Condensed ExtraBold" pitchFamily="34" charset="0"/>
                <a:ea typeface="Sofia Sans Condensed ExtraBold" pitchFamily="34" charset="-122"/>
                <a:cs typeface="Sofia Sans Condensed ExtraBold" pitchFamily="34" charset="-120"/>
              </a:rPr>
              <a:t>PRESENT A CONCISE CASE, NOT AN UNBUILT DEMO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06390" y="6112538"/>
            <a:ext cx="2946326" cy="295374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PROPOSAL, NOT PROTOTYPE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6390" y="6118126"/>
            <a:ext cx="88799" cy="69751"/>
          </a:xfrm>
          <a:prstGeom prst="rect">
            <a:avLst/>
          </a:prstGeom>
          <a:solidFill>
            <a:srgbClr val="1B1E21"/>
          </a:solidFill>
          <a:ln/>
        </p:spPr>
      </p:sp>
      <p:sp>
        <p:nvSpPr>
          <p:cNvPr id="7" name="Text 5"/>
          <p:cNvSpPr/>
          <p:nvPr/>
        </p:nvSpPr>
        <p:spPr>
          <a:xfrm>
            <a:off x="4114697" y="631253"/>
            <a:ext cx="354321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9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Open with the purpose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114697" y="1035872"/>
            <a:ext cx="3543211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Start with the project title and one-sentence purpose.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15097" y="631253"/>
            <a:ext cx="354321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9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Show the journey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15097" y="1035872"/>
            <a:ext cx="3543211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Walk through the proposed booking journey with a diagram or wireframe.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697" y="2936105"/>
            <a:ext cx="354321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9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Mark what is pending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114697" y="3340723"/>
            <a:ext cx="3543211" cy="59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Separate established requirements from decisions still to be validated.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15097" y="2936105"/>
            <a:ext cx="3543211" cy="294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900" dirty="0">
                <a:solidFill>
                  <a:srgbClr val="1B1E21"/>
                </a:solidFill>
                <a:latin typeface="Mona Sans Medium" pitchFamily="34" charset="0"/>
                <a:ea typeface="Mona Sans Medium" pitchFamily="34" charset="-122"/>
                <a:cs typeface="Mona Sans Medium" pitchFamily="34" charset="-120"/>
              </a:rPr>
              <a:t>Close with the test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115097" y="3340723"/>
            <a:ext cx="3543211" cy="893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dirty="0">
                <a:solidFill>
                  <a:srgbClr val="1B1E21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End with the chosen differentiator and the next design or validation step.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114697" y="5143103"/>
            <a:ext cx="2514537" cy="666948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16" name="Text 14"/>
          <p:cNvSpPr/>
          <p:nvPr/>
        </p:nvSpPr>
        <p:spPr>
          <a:xfrm>
            <a:off x="4292493" y="5302615"/>
            <a:ext cx="2158946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B1E2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CLARITY</a:t>
            </a:r>
            <a:endParaRPr lang="en-US" sz="115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1B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 points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29234" y="5143103"/>
            <a:ext cx="2514537" cy="666948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18" name="Text 16"/>
          <p:cNvSpPr/>
          <p:nvPr/>
        </p:nvSpPr>
        <p:spPr>
          <a:xfrm>
            <a:off x="6807030" y="5302615"/>
            <a:ext cx="2158946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B1E2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SOCIETAL NEEDS</a:t>
            </a:r>
            <a:endParaRPr lang="en-US" sz="115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1B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 points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3771" y="5143103"/>
            <a:ext cx="2514537" cy="666948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20" name="Text 18"/>
          <p:cNvSpPr/>
          <p:nvPr/>
        </p:nvSpPr>
        <p:spPr>
          <a:xfrm>
            <a:off x="9321567" y="5302615"/>
            <a:ext cx="2158946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B1E2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FEASIBILITY</a:t>
            </a:r>
            <a:endParaRPr lang="en-US" sz="115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1B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 points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697" y="5810052"/>
            <a:ext cx="2514537" cy="666948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22" name="Text 20"/>
          <p:cNvSpPr/>
          <p:nvPr/>
        </p:nvSpPr>
        <p:spPr>
          <a:xfrm>
            <a:off x="4292493" y="5969564"/>
            <a:ext cx="2158946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B1E2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NOVELTY</a:t>
            </a:r>
            <a:endParaRPr lang="en-US" sz="115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1B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 points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29234" y="5810052"/>
            <a:ext cx="5029074" cy="666948"/>
          </a:xfrm>
          <a:prstGeom prst="rect">
            <a:avLst/>
          </a:prstGeom>
          <a:solidFill>
            <a:srgbClr val="DCDED9"/>
          </a:solidFill>
          <a:ln/>
        </p:spPr>
      </p:sp>
      <p:sp>
        <p:nvSpPr>
          <p:cNvPr id="24" name="Text 22"/>
          <p:cNvSpPr/>
          <p:nvPr/>
        </p:nvSpPr>
        <p:spPr>
          <a:xfrm>
            <a:off x="6807030" y="5969564"/>
            <a:ext cx="4673483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B1E21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PRESENTATION</a:t>
            </a:r>
            <a:endParaRPr lang="en-US" sz="115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1B1E21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 points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80153" y="482600"/>
            <a:ext cx="12700" cy="2254052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697" y="2730302"/>
            <a:ext cx="3771806" cy="12700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27" name="Shape 25"/>
          <p:cNvSpPr/>
          <p:nvPr/>
        </p:nvSpPr>
        <p:spPr>
          <a:xfrm>
            <a:off x="7880153" y="2736652"/>
            <a:ext cx="12700" cy="2254052"/>
          </a:xfrm>
          <a:prstGeom prst="rect">
            <a:avLst/>
          </a:prstGeom>
          <a:solidFill>
            <a:srgbClr val="BCC0BA"/>
          </a:solidFill>
          <a:ln/>
        </p:spPr>
      </p:sp>
      <p:sp>
        <p:nvSpPr>
          <p:cNvPr id="28" name="Shape 26"/>
          <p:cNvSpPr/>
          <p:nvPr/>
        </p:nvSpPr>
        <p:spPr>
          <a:xfrm>
            <a:off x="7886503" y="2730302"/>
            <a:ext cx="3771806" cy="12700"/>
          </a:xfrm>
          <a:prstGeom prst="rect">
            <a:avLst/>
          </a:prstGeom>
          <a:solidFill>
            <a:srgbClr val="BCC0B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PresentationFormat>Widescreen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Sofia Sans Condensed ExtraBold</vt:lpstr>
      <vt:lpstr>Mona Sans Medium</vt:lpstr>
      <vt:lpstr>Arial</vt:lpstr>
      <vt:lpstr>JetBrains Mono SemiBold</vt:lpstr>
      <vt:lpstr>Calibri</vt:lpstr>
      <vt:lpstr>Mona Sans</vt:lpstr>
      <vt:lpstr>JetBrains Mono Medium</vt:lpstr>
      <vt:lpstr>JetBrains Mono Bold</vt:lpstr>
      <vt:lpstr>Mona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TheoremLogic NumericLogorithm</dc:creator>
  <cp:lastModifiedBy>Sairohit</cp:lastModifiedBy>
  <cp:revision>3</cp:revision>
  <dcterms:created xsi:type="dcterms:W3CDTF">2026-10-08T05:00:45Z</dcterms:created>
  <dcterms:modified xsi:type="dcterms:W3CDTF">2026-10-08T05:01:28Z</dcterms:modified>
</cp:coreProperties>
</file>